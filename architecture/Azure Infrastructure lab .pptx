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26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DBC5E-4CB9-3B97-1924-E6C07A462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5FA285-80C6-4853-C0AF-6B2FBAC7B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1C280-BB55-C619-27C2-C531D53C8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9BD3-131E-4DB9-A0CA-38C2472A71B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B65A9-7750-643D-D017-65AD04DD0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255FD-B91B-F478-8694-F64CF6A9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538D-77AC-4D10-932C-C09988F6E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43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000A-D96A-0A92-15BD-314BA4291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64EAC-5F56-C0FA-F36C-245976C40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E4407-8D51-61F4-52E3-A19665BDF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9BD3-131E-4DB9-A0CA-38C2472A71B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DC18C-BF6A-1DD5-D46A-794EC64C5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71031-E538-52A6-0E15-1E18E6E0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538D-77AC-4D10-932C-C09988F6E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3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274ED-05B6-D269-A08E-5B8F18637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20861-BCC0-5A8C-966D-C1903E13F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E0A3E-C98D-024A-FAAF-32CDE1733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9BD3-131E-4DB9-A0CA-38C2472A71B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054BF-4E24-7124-51A6-4766AD0F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5C16B-8CB5-4569-9A13-30DFC7CE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538D-77AC-4D10-932C-C09988F6E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16AC2-E918-428D-6C43-4B288E10A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D0F6A-30A8-96EA-FD5C-90C67FA7D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3BC38-0CDD-E5C5-CB00-6AE1F1DFA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234B1-19B5-D783-FF7C-798D8B59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9BD3-131E-4DB9-A0CA-38C2472A71B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2A749-E719-4961-F532-699E5E11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1A23D-D5DF-0BDC-4AAB-035C65E60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538D-77AC-4D10-932C-C09988F6E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76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593AB-AC24-25EA-ABA9-80E6F0D21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F85DE-0648-FE71-2EDC-981448FF7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CA741-4DDB-E73C-EE3C-6DE735B81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F2BEB4-50D8-3A98-6738-05F0507C8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51A31-6E2B-A723-CB43-EFD766CFB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C56CB8-ABAD-E8D9-7DDA-713B3546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9BD3-131E-4DB9-A0CA-38C2472A71B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75C185-CEC3-4A7F-7B94-58AEF426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591EB-4ACA-EFBB-3ED8-FC3B4C564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538D-77AC-4D10-932C-C09988F6E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8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91DD3-CE56-F5A8-0348-9E56E48DD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A96436-2B90-1192-07EE-823403B5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9BD3-131E-4DB9-A0CA-38C2472A71B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D1C66-0C59-FFA5-9A63-1ECCFD62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26E93-9BD2-480B-B8AF-130F2D15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538D-77AC-4D10-932C-C09988F6E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54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0B1568-F71A-4E64-DA16-C7CFFF8D7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9BD3-131E-4DB9-A0CA-38C2472A71B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ABBFA0-360F-395D-05E5-D6F53474A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A7D89-1267-C243-D8C4-466B0B903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538D-77AC-4D10-932C-C09988F6E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60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93E24-94FC-D25D-ED0C-B3ADD99B7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37084-1782-5F58-4314-6430AE5BA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D11F5-036E-2562-A488-684189C0A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E6049-9E42-1975-5357-3E7772A8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9BD3-131E-4DB9-A0CA-38C2472A71B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E2198-22A5-F480-01EF-AB0BEE33F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9E19A-82FA-0DD2-8103-D9393450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538D-77AC-4D10-932C-C09988F6E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55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D739-9B3A-7516-02F7-97EE849B9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747AA-C187-9114-3127-9CDB08269E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FAD32-0E68-C775-ECC3-DEDA3DF59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BA1E6-787D-D622-B30E-86C2A8E9E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9BD3-131E-4DB9-A0CA-38C2472A71B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80F07-8042-8C16-1997-7537CBE92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7161F-8BF4-8F8D-9487-3986FC31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538D-77AC-4D10-932C-C09988F6E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2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0A3A-BA3A-15E9-D97B-95273C87E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28730-4B1D-067A-F19B-9DBD2E4AF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5D0A9-811E-09CD-B663-5B938045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9BD3-131E-4DB9-A0CA-38C2472A71B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481D-C825-9AE8-4BAB-C66EEEC26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16B0F-0C7A-660A-D8F7-3EED1E89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538D-77AC-4D10-932C-C09988F6E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03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56F32C-EE06-4104-F91A-2C093E5C2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3E418-4167-9A9F-4F20-7AE1FD4C7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2E1C3-C828-138E-C65D-86587F55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9BD3-131E-4DB9-A0CA-38C2472A71B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9990E-D643-6699-6208-36EC1ED26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3CC47-2884-BE36-C95A-B13BEFB6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0538D-77AC-4D10-932C-C09988F6E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9239DD-7292-2851-43A0-A5E99A50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BC804-0F5C-3C66-01C4-F76E083AB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DAB02-9FD8-EB2A-3B1E-233B0702E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99BD3-131E-4DB9-A0CA-38C2472A71B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19EC8-6420-2641-7173-A5AD210E0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13268-2281-1ED6-D393-09541D42B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0538D-77AC-4D10-932C-C09988F6E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71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9DD88-ED72-F316-52B6-C0280E7861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1DEC5-D7EF-709D-78E3-3B15CA51DF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ybrid Cloud Architecture Diagram example - MockFlow">
            <a:extLst>
              <a:ext uri="{FF2B5EF4-FFF2-40B4-BE49-F238E27FC236}">
                <a16:creationId xmlns:a16="http://schemas.microsoft.com/office/drawing/2014/main" id="{7538CC4B-4E9E-C8FF-D63B-D8F5E72EA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5600"/>
            <a:ext cx="12192000" cy="614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5544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Network Security Groups Filter Network Traffic in Azure | Microsoft  Learn">
            <a:extLst>
              <a:ext uri="{FF2B5EF4-FFF2-40B4-BE49-F238E27FC236}">
                <a16:creationId xmlns:a16="http://schemas.microsoft.com/office/drawing/2014/main" id="{3AFBE1C0-1D86-0C53-30B2-A10104AC4B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240" y="2203834"/>
            <a:ext cx="4039520" cy="359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191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C89AC-5195-DA29-97CF-A0C8E23C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77410-0193-394B-F3B4-DB69A4B28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Azure Arc overview - Azure Arc | Microsoft Learn">
            <a:extLst>
              <a:ext uri="{FF2B5EF4-FFF2-40B4-BE49-F238E27FC236}">
                <a16:creationId xmlns:a16="http://schemas.microsoft.com/office/drawing/2014/main" id="{9F0C20E7-314F-0E72-6523-619DEB665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12192000" cy="682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68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8" descr="Manage and Deploy Kubernetes in Azure Arc - Azure Architecture Center |  Microsoft Learn">
            <a:extLst>
              <a:ext uri="{FF2B5EF4-FFF2-40B4-BE49-F238E27FC236}">
                <a16:creationId xmlns:a16="http://schemas.microsoft.com/office/drawing/2014/main" id="{AC41A7FC-628C-B3B2-449A-165DA90504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94485" y="-1162051"/>
            <a:ext cx="9092565" cy="9092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0" descr="Manage and Deploy Kubernetes in Azure Arc - Azure Architecture Center |  Microsoft Learn">
            <a:extLst>
              <a:ext uri="{FF2B5EF4-FFF2-40B4-BE49-F238E27FC236}">
                <a16:creationId xmlns:a16="http://schemas.microsoft.com/office/drawing/2014/main" id="{54ECDEBC-A760-CBE9-0AA7-230FB94C45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D0EF52-F29F-3701-C2A6-677D336A8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412" y="571500"/>
            <a:ext cx="711517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4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Grant Tolbert</dc:creator>
  <cp:lastModifiedBy>Grant Tolbert</cp:lastModifiedBy>
  <cp:revision>1</cp:revision>
  <dcterms:created xsi:type="dcterms:W3CDTF">2026-03-25T18:30:14Z</dcterms:created>
  <dcterms:modified xsi:type="dcterms:W3CDTF">2026-03-25T18:30:42Z</dcterms:modified>
</cp:coreProperties>
</file>